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413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7160"/>
            <a:ext cx="42062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572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RÉSISTIA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365760" y="1298448"/>
            <a:ext cx="4114800" cy="3657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41732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IA de Recommandation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Thérapeutique contre la Résistance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Antibiotiques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5760" y="2834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Afrique de l'Ouest — ECOWAS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3291840"/>
            <a:ext cx="429768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3291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résultat microbiologique à la recommandation — en temps réel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4389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TEKO Koffi Ephrem Diano</a:t>
            </a: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Global Biotek  |  VivaTech Paris — Juin 2026</a:t>
            </a:r>
            <a:endParaRPr lang="en-US" sz="11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EC7E865-3748-DA35-ACC2-9B4B23367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435" y="2571750"/>
            <a:ext cx="2424719" cy="24247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LE PROBLÈME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1474470"/>
            <a:ext cx="2194560" cy="21945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419398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3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décès/an</a:t>
            </a:r>
            <a:endParaRPr lang="en-US" sz="3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d'ici 2050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972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097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Afrique de l'Ouest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3990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non contrôlé des antibiotiques &amp; automédication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1488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sous-exploitées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45059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labos génèrent des antibiogrammes sans outil 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177541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TG"/>
          </a:p>
        </p:txBody>
      </p:sp>
      <p:sp>
        <p:nvSpPr>
          <p:cNvPr id="15" name="Text 13"/>
          <p:cNvSpPr/>
          <p:nvPr/>
        </p:nvSpPr>
        <p:spPr>
          <a:xfrm>
            <a:off x="365760" y="32004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⚕️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868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empiriques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50215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d'aide numérique au choix du traitement optimal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105156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10972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37960" y="1097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en hausse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13990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ESKAPE résistent à 40–90% des antibiotiques courants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210312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21488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3796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 #1 OMS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245059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 potentiellement le cancer comme cause de mortalité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315468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35040" y="32004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3796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local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350215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solution IA AMR déployée en Afrique de l'Ouest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</a:rPr>
              <a:t>ResistIA — Global Biotek © 2026  |  VivaTech Paris — Juin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LA SOLUTION RESISTIA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05840"/>
            <a:ext cx="1371600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2514600"/>
            <a:ext cx="256032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2514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34290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microbiologiques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(bactérie, pays, site)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66060" y="30861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449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37560" y="2514600"/>
            <a:ext cx="2560320" cy="1737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91840" y="2514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291840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IA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91840" y="34290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Gradient Boosting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moteur de recommandation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83580" y="3073631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449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309360" y="2488623"/>
            <a:ext cx="256032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9360" y="2514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309360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9360" y="34290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Molécules recommandées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cocktails thérapeutiques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14400" y="4343400"/>
            <a:ext cx="7315200" cy="5486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4343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clinicien saisit une bactérie résistante → ResistIA recommande le traitement optimal en 2 secondes »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BB0C8"/>
                </a:solidFill>
              </a:rPr>
              <a:t>ResistIA — Global Biotek © 2026  |  VivaTech Paris — Juin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LA PLATEFORME EN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73152" cy="1554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143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9047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bactérie + pays + site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Antibiotiques classés par efficacité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Cocktails thérapeutiques suggérés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73152" cy="1554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0" y="1143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Régionale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49047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 résistance interactive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Bactérie × Antibiotique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pays ECOWAS filtrables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88920"/>
            <a:ext cx="73152" cy="1554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9728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22783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S/I/R globale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pathogènes résistants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2019–2024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7889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88920"/>
            <a:ext cx="73152" cy="1554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8640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Déployée en ligne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22783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resistia.streamlit.app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tout navigateur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installation requise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4617720"/>
            <a:ext cx="548640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828800" y="46177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resistia.streamlit.app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</a:rPr>
              <a:t>ResistIA — Global Biotek © 2026  |  VivaTech Paris — Juin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DONNÉES &amp; MÉTHODOLOGIE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3716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antibiogrammes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ECOWAS calibré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1005840"/>
            <a:ext cx="1920240" cy="13716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2316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bactéries ESKAPE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Pathogènes prioritaires OMS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1920240" cy="13716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antibiotiques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thérapeutiques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1005840"/>
            <a:ext cx="1920240" cy="13716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72084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ECOWAS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Togo, Ghana, Nigeria...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514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DÉVELOPPEMENT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1920240" cy="1463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29443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7432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3657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v4.0.1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13 379 gènes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40280" y="33375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423160" y="2926080"/>
            <a:ext cx="1920240" cy="1463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23160" y="29443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42316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3657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variables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0" y="33375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72000" y="2926080"/>
            <a:ext cx="1920240" cy="1463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0" y="29443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7200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0" y="3657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0.775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37960" y="33375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720840" y="2926080"/>
            <a:ext cx="1920240" cy="1463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20840" y="29443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7208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0840" y="3657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BB0C8"/>
                </a:solidFill>
              </a:rPr>
              <a:t>ResistIA — Global Biotek © 2026  |  VivaTech Paris — Juin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RÉSULTATS CLINIQUES VALIDÉS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74320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Escherichia coli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Lomé, Togo  |  🧪 Urine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2560320" cy="502920"/>
          </a:xfrm>
          <a:prstGeom prst="rect">
            <a:avLst/>
          </a:prstGeom>
          <a:solidFill>
            <a:srgbClr val="D5F5E3"/>
          </a:solidFill>
          <a:ln w="12700">
            <a:solidFill>
              <a:srgbClr val="B8E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Imipenem (83.5%)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Cocktail 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3273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Imipenem + Amikacin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Ampicillin (8%)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005840"/>
            <a:ext cx="2743200" cy="502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Acinetobacter baumannii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Lagos, Nigeria  |  🧪 Sang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2423160"/>
            <a:ext cx="2560320" cy="502920"/>
          </a:xfrm>
          <a:prstGeom prst="rect">
            <a:avLst/>
          </a:prstGeom>
          <a:solidFill>
            <a:srgbClr val="D5F5E3"/>
          </a:solidFill>
          <a:ln w="12700">
            <a:solidFill>
              <a:srgbClr val="B8E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Colistin (80.4%)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Cocktail 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3273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monothérapie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7/8 antibiotiques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005840"/>
            <a:ext cx="274320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Klebsiella pneumoniae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Accra, Ghana  |  🧪 Plaie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423160"/>
            <a:ext cx="2560320" cy="502920"/>
          </a:xfrm>
          <a:prstGeom prst="rect">
            <a:avLst/>
          </a:prstGeom>
          <a:solidFill>
            <a:srgbClr val="D5F5E3"/>
          </a:solidFill>
          <a:ln w="12700">
            <a:solidFill>
              <a:srgbClr val="B8E8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Colistin (86.6%)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Cocktail 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3273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Colistin + Imipenem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Ampicillin (0%)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</a:rPr>
              <a:t>ResistIA — Global Biotek © 2026  |  VivaTech Paris — Juin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IMPACT &amp; DIFFÉRENCIATION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VIVATECH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02336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71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Intelligence Artificielle Appliquée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023360" cy="6400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371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Santé &amp; Longévité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RESISTIA EST UNIQUE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8595360" cy="50292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603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outil IA AMR développé depuis l'Afrique de l'Ouest — angle pionnier unique à VivaTech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154680"/>
            <a:ext cx="8595360" cy="50292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3154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en temps réel (&lt; 2 secondes) — utilisable directement en consultation clinique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8595360" cy="50292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49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3749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 sur 64 000 antibiogrammes + 13 379 gènes CARD — crédibilité scientifique solide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3434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4343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déployé en ligne (resistia.streamlit.app) — démo live possible devant les partenaires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BB0C8"/>
                </a:solidFill>
              </a:rPr>
              <a:t>ResistIA — Global Biotek © 2026  |  VivaTech Paris — Juin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MODÈLE ÉCONOMIQUE &amp; PERSPECTIVES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234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établissements de santé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3898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500 000 F CFA / 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Hôpitaux, cliniques, laboratoires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73152" cy="1234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515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0" y="1051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AMR personnalisés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3898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150 000 F CFA / rapport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691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sur mesure par établissement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23160"/>
            <a:ext cx="73152" cy="1234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688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9728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&amp; conseil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8072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 F CFA / session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108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Cliniciens, biologistes, équipes santé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42316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423160"/>
            <a:ext cx="73152" cy="1234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4688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8640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pour systèmes hospitaliers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28072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devis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3108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HIS/LIS — version v2.0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931920"/>
            <a:ext cx="859536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" y="393192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2027 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ResistIA à 15 pays ECOWAS, intégrer la prédiction de nouvelles molécules (drug discovery) et ouvrir l'API aux systèmes hospitaliers régionaux.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</a:rPr>
              <a:t>ResistIA — Global Biotek © 2026  |  VivaTech Paris — Juin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ÉQUIPE &amp; PARTENARIAT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303520" cy="32004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👨‍💻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46304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TEKO Koffi Ephrem Diano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5819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&amp; Bioinformaticien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Double formation : Sciences Biomédicales + Data Analytics
🐍 Python | Scikit-learn | Streamlit | Pandas | SQL
🔬 Expertise AMR : ESKAPE, CARD, GLASS, EUCAST/CLSI
🌍 Contexte terrain : Afrique de l'Ouest, Togo — ECOWAS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ephremteko@gmail.com  |  +228 99 30 15 77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005840"/>
            <a:ext cx="3017520" cy="1828800"/>
          </a:xfrm>
          <a:prstGeom prst="rect">
            <a:avLst/>
          </a:prstGeom>
          <a:solidFill>
            <a:srgbClr val="112233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2331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d'accueil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52160" y="26334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Bioinformatique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Lomé, Togo — 2026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52160" y="3204972"/>
            <a:ext cx="3017520" cy="12801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160" y="32095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NOUS CHERCHONS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93527" y="353872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Partenaires cliniques (labos, hôpitaux)
• Investisseurs santé publique
• Accès données microbiologiques réelles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BB0C8"/>
                </a:solidFill>
              </a:rPr>
              <a:t>ResistIA — Global Biotek © 2026  |  VivaTech Paris — Juin 2026</a:t>
            </a:r>
            <a:endParaRPr lang="en-US" sz="900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4B0EE024-04AD-00A1-2BDF-772664F14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216151"/>
            <a:ext cx="1293224" cy="13716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8600"/>
            <a:ext cx="457200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371600" y="3429000"/>
            <a:ext cx="6400800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3611880"/>
            <a:ext cx="2560320" cy="1234440"/>
          </a:xfrm>
          <a:prstGeom prst="rect">
            <a:avLst/>
          </a:prstGeom>
          <a:solidFill>
            <a:srgbClr val="112233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36393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20040" y="4096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démo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4370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resistia.streamlit.app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3611880"/>
            <a:ext cx="2560320" cy="1234440"/>
          </a:xfrm>
          <a:prstGeom prst="rect">
            <a:avLst/>
          </a:prstGeom>
          <a:solidFill>
            <a:srgbClr val="112233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154680" y="36393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154680" y="4096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contacter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154680" y="4370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ephremteko@gmail.com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3611880"/>
            <a:ext cx="2560320" cy="1234440"/>
          </a:xfrm>
          <a:prstGeom prst="rect">
            <a:avLst/>
          </a:prstGeom>
          <a:solidFill>
            <a:srgbClr val="112233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89320" y="36393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💼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989320" y="4096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89320" y="4370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github.com/Ephrem09-TEKO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" y="482803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VivaTech Paris — Juin 2026</a:t>
            </a:r>
            <a:endParaRPr lang="en-US" sz="10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CC33F948-0C8E-B01C-EF7E-CEEFAFA60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28600"/>
            <a:ext cx="2649682" cy="26496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817</Words>
  <Application>Microsoft Office PowerPoint</Application>
  <PresentationFormat>Affichage à l'écran (16:9)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ResistIA — VivaTech Paris 2026</dc:title>
  <dc:subject>PptxGenJS Presentation</dc:subject>
  <dc:creator>TEKO Koffi Ephrem Diano — Global Biotek</dc:creator>
  <cp:lastModifiedBy>EPHREM TEKO</cp:lastModifiedBy>
  <cp:revision>3</cp:revision>
  <dcterms:created xsi:type="dcterms:W3CDTF">2026-04-10T12:31:23Z</dcterms:created>
  <dcterms:modified xsi:type="dcterms:W3CDTF">2026-04-10T21:18:03Z</dcterms:modified>
</cp:coreProperties>
</file>